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UI 一致性检查技术提升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97864"/>
            <a:ext cx="82296" cy="292608"/>
          </a:xfrm>
          <a:prstGeom prst="rect">
            <a:avLst/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143000"/>
            <a:ext cx="8229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提升一：节点匹配算法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47088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Before：分块匹配算法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59152"/>
            <a:ext cx="44805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依赖分块结果逐块对应，一旦分块匹配不对，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整体匹配准确率断崖式下降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15584" y="2450592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65392" y="164592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5432" y="1847088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After：可信文本相对位置 + 兜底匹配（当前）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5432" y="2359152"/>
            <a:ext cx="44805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由高置信文本锚点驱动匹配，准确率大大提高，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局部失误不再连坐整体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32503"/>
            <a:ext cx="82296" cy="292608"/>
          </a:xfrm>
          <a:prstGeom prst="rect">
            <a:avLst/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77639"/>
            <a:ext cx="8229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提升二：节点取值准确性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Before：多层节点直接取值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93792"/>
            <a:ext cx="44805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同一位置存在很多节点、效果层层叠加，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取值易失真，节点数据不准确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15584" y="5285232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448056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5432" y="4681728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After：智能合并（当前）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5432" y="5193792"/>
            <a:ext cx="44805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算法对同位置叠加节点做智能合并，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节点数据更准确，比对误报更少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当前算法要点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97864"/>
            <a:ext cx="82296" cy="292608"/>
          </a:xfrm>
          <a:prstGeom prst="rect">
            <a:avLst/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143000"/>
            <a:ext cx="8229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匹配：可信文本锚点 + 相对位置 + 兜底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4864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92224"/>
            <a:ext cx="49377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1  可信文本锚点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49377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全文本加权匹配（内容 / 位置 / 样式多维打分），高置信节点对升为强锚点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35808"/>
            <a:ext cx="54864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182112"/>
            <a:ext cx="49377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2  相对位置拓扑匹配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49377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以强锚点为参照，按节点间相对位置关系匹配周边节点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25696"/>
            <a:ext cx="54864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572000"/>
            <a:ext cx="49377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3  兜底匹配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956048"/>
            <a:ext cx="49377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剩余节点在区域内做全局最优兜底配对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15583"/>
            <a:ext cx="5486400" cy="713232"/>
          </a:xfrm>
          <a:prstGeom prst="roundRect">
            <a:avLst>
              <a:gd name="adj" fmla="val 6000"/>
            </a:avLst>
          </a:prstGeom>
          <a:solidFill>
            <a:srgbClr val="E6F1FB"/>
          </a:solidFill>
          <a:ln w="12700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980175"/>
            <a:ext cx="49377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分块匹配的成败是全局赌注；锚点方案局部失败不扩散，整体准确率稳定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97864"/>
            <a:ext cx="82296" cy="292608"/>
          </a:xfrm>
          <a:prstGeom prst="rect">
            <a:avLst/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143000"/>
            <a:ext cx="8229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取值：同位置叠加效果智能合并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645920"/>
            <a:ext cx="5239512" cy="4224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93408" y="1984248"/>
            <a:ext cx="109728" cy="10972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7728" y="1865376"/>
            <a:ext cx="44348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同一位置的多层节点（背景色、圆角、边框等视觉效果）自动合并为单一代表节点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93408" y="3310127"/>
            <a:ext cx="109728" cy="10972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3191256"/>
            <a:ext cx="44348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合并后的取值即最终视觉效果，消除多层叠加导致的取值失真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93408" y="4636008"/>
            <a:ext cx="109728" cy="10972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7728" y="4517136"/>
            <a:ext cx="44348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比对基于合并后的真实视觉值，误报显著减少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